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Schibsted Grotesk"/>
      <p:regular r:id="rId15"/>
      <p:bold r:id="rId16"/>
      <p:italic r:id="rId17"/>
      <p:boldItalic r:id="rId18"/>
    </p:embeddedFont>
    <p:embeddedFont>
      <p:font typeface="Karla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bold.fntdata"/><Relationship Id="rId22" Type="http://schemas.openxmlformats.org/officeDocument/2006/relationships/font" Target="fonts/Karla-boldItalic.fntdata"/><Relationship Id="rId21" Type="http://schemas.openxmlformats.org/officeDocument/2006/relationships/font" Target="fonts/Karl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SchibstedGrotesk-regular.fntdata"/><Relationship Id="rId14" Type="http://schemas.openxmlformats.org/officeDocument/2006/relationships/slide" Target="slides/slide9.xml"/><Relationship Id="rId17" Type="http://schemas.openxmlformats.org/officeDocument/2006/relationships/font" Target="fonts/SchibstedGrotesk-italic.fntdata"/><Relationship Id="rId16" Type="http://schemas.openxmlformats.org/officeDocument/2006/relationships/font" Target="fonts/SchibstedGrotesk-bold.fntdata"/><Relationship Id="rId19" Type="http://schemas.openxmlformats.org/officeDocument/2006/relationships/font" Target="fonts/Karla-regular.fntdata"/><Relationship Id="rId18" Type="http://schemas.openxmlformats.org/officeDocument/2006/relationships/font" Target="fonts/SchibstedGrotes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4c4002264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4c400226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4c40022641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4c40022641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49769003b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49769003b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4c40022641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4c4002264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4c40022641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4c40022641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4c40022641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4c40022641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4c47045aa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4c47045aa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49769003b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49769003b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11" name="Google Shape;11;p2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12" name="Google Shape;12;p2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25" y="1293884"/>
            <a:ext cx="5513700" cy="17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300"/>
              <a:buNone/>
              <a:defRPr sz="53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300"/>
              <a:buNone/>
              <a:defRPr sz="53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300"/>
              <a:buNone/>
              <a:defRPr sz="53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300"/>
              <a:buNone/>
              <a:defRPr sz="53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300"/>
              <a:buNone/>
              <a:defRPr sz="53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300"/>
              <a:buNone/>
              <a:defRPr sz="53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300"/>
              <a:buNone/>
              <a:defRPr sz="53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300"/>
              <a:buNone/>
              <a:defRPr sz="53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464675" y="3460988"/>
            <a:ext cx="22221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7667625" y="-2066925"/>
            <a:ext cx="2847900" cy="2847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16" name="Google Shape;16;p2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17" name="Google Shape;17;p2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3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23" name="Google Shape;23;p3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24" name="Google Shape;24;p3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25" name="Google Shape;25;p3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26" name="Google Shape;26;p3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3986575" y="1830975"/>
            <a:ext cx="4444200" cy="16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0" name="Google Shape;30;p3"/>
          <p:cNvSpPr txBox="1"/>
          <p:nvPr>
            <p:ph hasCustomPrompt="1" idx="2" type="title"/>
          </p:nvPr>
        </p:nvSpPr>
        <p:spPr>
          <a:xfrm>
            <a:off x="7529875" y="608475"/>
            <a:ext cx="900900" cy="1222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/>
          <p:nvPr>
            <p:ph idx="1" type="subTitle"/>
          </p:nvPr>
        </p:nvSpPr>
        <p:spPr>
          <a:xfrm>
            <a:off x="1300325" y="3362200"/>
            <a:ext cx="22221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2" name="Google Shape;32;p3"/>
          <p:cNvGrpSpPr/>
          <p:nvPr/>
        </p:nvGrpSpPr>
        <p:grpSpPr>
          <a:xfrm>
            <a:off x="-1057025" y="-1775925"/>
            <a:ext cx="2847900" cy="7842125"/>
            <a:chOff x="-1057025" y="-1775925"/>
            <a:chExt cx="2847900" cy="7842125"/>
          </a:xfrm>
        </p:grpSpPr>
        <p:sp>
          <p:nvSpPr>
            <p:cNvPr id="33" name="Google Shape;33;p3"/>
            <p:cNvSpPr/>
            <p:nvPr/>
          </p:nvSpPr>
          <p:spPr>
            <a:xfrm>
              <a:off x="-1057025" y="-1775925"/>
              <a:ext cx="2847900" cy="2847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-748975" y="4604000"/>
              <a:ext cx="1462200" cy="146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4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38" name="Google Shape;38;p4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39" name="Google Shape;39;p4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40" name="Google Shape;40;p4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41" name="Google Shape;41;p4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44" name="Google Shape;44;p4"/>
          <p:cNvGrpSpPr/>
          <p:nvPr/>
        </p:nvGrpSpPr>
        <p:grpSpPr>
          <a:xfrm>
            <a:off x="-1249400" y="-2261450"/>
            <a:ext cx="12105375" cy="9341100"/>
            <a:chOff x="-1249400" y="-2261450"/>
            <a:chExt cx="12105375" cy="9341100"/>
          </a:xfrm>
        </p:grpSpPr>
        <p:sp>
          <p:nvSpPr>
            <p:cNvPr id="45" name="Google Shape;45;p4"/>
            <p:cNvSpPr/>
            <p:nvPr/>
          </p:nvSpPr>
          <p:spPr>
            <a:xfrm>
              <a:off x="8008075" y="4231750"/>
              <a:ext cx="2847900" cy="2847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-1249400" y="-2261450"/>
              <a:ext cx="2847900" cy="2847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720000" y="1215750"/>
            <a:ext cx="77040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5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52" name="Google Shape;52;p5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53" name="Google Shape;53;p5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54" name="Google Shape;54;p5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55" name="Google Shape;55;p5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58" name="Google Shape;58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" type="subTitle"/>
          </p:nvPr>
        </p:nvSpPr>
        <p:spPr>
          <a:xfrm>
            <a:off x="4962410" y="3151199"/>
            <a:ext cx="27858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2" type="subTitle"/>
          </p:nvPr>
        </p:nvSpPr>
        <p:spPr>
          <a:xfrm>
            <a:off x="1395800" y="3151199"/>
            <a:ext cx="27858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3" type="subTitle"/>
          </p:nvPr>
        </p:nvSpPr>
        <p:spPr>
          <a:xfrm>
            <a:off x="1395800" y="2744650"/>
            <a:ext cx="2785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4" type="subTitle"/>
          </p:nvPr>
        </p:nvSpPr>
        <p:spPr>
          <a:xfrm>
            <a:off x="4962410" y="2744650"/>
            <a:ext cx="2785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grpSp>
        <p:nvGrpSpPr>
          <p:cNvPr id="63" name="Google Shape;63;p5"/>
          <p:cNvGrpSpPr/>
          <p:nvPr/>
        </p:nvGrpSpPr>
        <p:grpSpPr>
          <a:xfrm>
            <a:off x="5215000" y="-1630250"/>
            <a:ext cx="4894325" cy="8404150"/>
            <a:chOff x="5215000" y="-1630250"/>
            <a:chExt cx="4894325" cy="8404150"/>
          </a:xfrm>
        </p:grpSpPr>
        <p:sp>
          <p:nvSpPr>
            <p:cNvPr id="64" name="Google Shape;64;p5"/>
            <p:cNvSpPr/>
            <p:nvPr/>
          </p:nvSpPr>
          <p:spPr>
            <a:xfrm>
              <a:off x="5215000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7939425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6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69" name="Google Shape;69;p6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70" name="Google Shape;70;p6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71" name="Google Shape;71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72" name="Google Shape;72;p6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73" name="Google Shape;73;p6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76" name="Google Shape;76;p6"/>
          <p:cNvGrpSpPr/>
          <p:nvPr/>
        </p:nvGrpSpPr>
        <p:grpSpPr>
          <a:xfrm>
            <a:off x="-859550" y="-1630250"/>
            <a:ext cx="10948000" cy="8404150"/>
            <a:chOff x="-859550" y="-1630250"/>
            <a:chExt cx="10948000" cy="8404150"/>
          </a:xfrm>
        </p:grpSpPr>
        <p:sp>
          <p:nvSpPr>
            <p:cNvPr id="77" name="Google Shape;77;p6"/>
            <p:cNvSpPr/>
            <p:nvPr/>
          </p:nvSpPr>
          <p:spPr>
            <a:xfrm>
              <a:off x="-859550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7918550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7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82" name="Google Shape;82;p7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83" name="Google Shape;83;p7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84" name="Google Shape;84;p7"/>
          <p:cNvSpPr txBox="1"/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5" name="Google Shape;85;p7"/>
          <p:cNvSpPr txBox="1"/>
          <p:nvPr>
            <p:ph idx="1" type="subTitle"/>
          </p:nvPr>
        </p:nvSpPr>
        <p:spPr>
          <a:xfrm>
            <a:off x="1674750" y="1863825"/>
            <a:ext cx="5801400" cy="19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♢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86" name="Google Shape;86;p7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87" name="Google Shape;87;p7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90" name="Google Shape;90;p7"/>
          <p:cNvGrpSpPr/>
          <p:nvPr/>
        </p:nvGrpSpPr>
        <p:grpSpPr>
          <a:xfrm>
            <a:off x="-163900" y="-1630250"/>
            <a:ext cx="8065900" cy="8383600"/>
            <a:chOff x="-163900" y="-1630250"/>
            <a:chExt cx="8065900" cy="8383600"/>
          </a:xfrm>
        </p:grpSpPr>
        <p:sp>
          <p:nvSpPr>
            <p:cNvPr id="91" name="Google Shape;91;p7"/>
            <p:cNvSpPr/>
            <p:nvPr/>
          </p:nvSpPr>
          <p:spPr>
            <a:xfrm>
              <a:off x="-163900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5732100" y="45834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8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96" name="Google Shape;96;p8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97" name="Google Shape;97;p8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98" name="Google Shape;98;p8"/>
          <p:cNvSpPr txBox="1"/>
          <p:nvPr>
            <p:ph type="title"/>
          </p:nvPr>
        </p:nvSpPr>
        <p:spPr>
          <a:xfrm>
            <a:off x="3225475" y="1694400"/>
            <a:ext cx="5205300" cy="175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99" name="Google Shape;99;p8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100" name="Google Shape;100;p8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03" name="Google Shape;103;p8"/>
          <p:cNvGrpSpPr/>
          <p:nvPr/>
        </p:nvGrpSpPr>
        <p:grpSpPr>
          <a:xfrm>
            <a:off x="3989925" y="-1630250"/>
            <a:ext cx="6080750" cy="8404150"/>
            <a:chOff x="3188575" y="-1630250"/>
            <a:chExt cx="6080750" cy="8404150"/>
          </a:xfrm>
        </p:grpSpPr>
        <p:sp>
          <p:nvSpPr>
            <p:cNvPr id="104" name="Google Shape;104;p8"/>
            <p:cNvSpPr/>
            <p:nvPr/>
          </p:nvSpPr>
          <p:spPr>
            <a:xfrm>
              <a:off x="7099425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3188575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9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109" name="Google Shape;109;p9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110" name="Google Shape;110;p9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111" name="Google Shape;111;p9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112" name="Google Shape;112;p9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13" name="Google Shape;113;p9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14" name="Google Shape;114;p9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15" name="Google Shape;115;p9"/>
          <p:cNvSpPr txBox="1"/>
          <p:nvPr>
            <p:ph type="title"/>
          </p:nvPr>
        </p:nvSpPr>
        <p:spPr>
          <a:xfrm>
            <a:off x="713225" y="1565000"/>
            <a:ext cx="3332400" cy="12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6" name="Google Shape;116;p9"/>
          <p:cNvSpPr txBox="1"/>
          <p:nvPr>
            <p:ph idx="1" type="subTitle"/>
          </p:nvPr>
        </p:nvSpPr>
        <p:spPr>
          <a:xfrm>
            <a:off x="4458625" y="3264425"/>
            <a:ext cx="3332400" cy="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7" name="Google Shape;117;p9"/>
          <p:cNvGrpSpPr/>
          <p:nvPr/>
        </p:nvGrpSpPr>
        <p:grpSpPr>
          <a:xfrm>
            <a:off x="4943125" y="-1630250"/>
            <a:ext cx="5869100" cy="5286950"/>
            <a:chOff x="4943125" y="-1630250"/>
            <a:chExt cx="5869100" cy="5286950"/>
          </a:xfrm>
        </p:grpSpPr>
        <p:sp>
          <p:nvSpPr>
            <p:cNvPr id="118" name="Google Shape;118;p9"/>
            <p:cNvSpPr/>
            <p:nvPr/>
          </p:nvSpPr>
          <p:spPr>
            <a:xfrm>
              <a:off x="4943125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19" name="Google Shape;119;p9"/>
            <p:cNvSpPr/>
            <p:nvPr/>
          </p:nvSpPr>
          <p:spPr>
            <a:xfrm>
              <a:off x="8642325" y="14868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/>
          <p:nvPr>
            <p:ph idx="2" type="pic"/>
          </p:nvPr>
        </p:nvSpPr>
        <p:spPr>
          <a:xfrm>
            <a:off x="-3301" y="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/>
          <p:nvPr>
            <p:ph type="title"/>
          </p:nvPr>
        </p:nvSpPr>
        <p:spPr>
          <a:xfrm>
            <a:off x="713225" y="4148850"/>
            <a:ext cx="7717500" cy="455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1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11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126" name="Google Shape;126;p11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127" name="Google Shape;127;p11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128" name="Google Shape;128;p11"/>
          <p:cNvSpPr txBox="1"/>
          <p:nvPr>
            <p:ph hasCustomPrompt="1" type="title"/>
          </p:nvPr>
        </p:nvSpPr>
        <p:spPr>
          <a:xfrm>
            <a:off x="1854775" y="1720534"/>
            <a:ext cx="6576000" cy="11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9" name="Google Shape;129;p11"/>
          <p:cNvSpPr txBox="1"/>
          <p:nvPr>
            <p:ph idx="1" type="subTitle"/>
          </p:nvPr>
        </p:nvSpPr>
        <p:spPr>
          <a:xfrm>
            <a:off x="1300325" y="3460750"/>
            <a:ext cx="2535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30" name="Google Shape;130;p11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131" name="Google Shape;131;p11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34" name="Google Shape;134;p11"/>
          <p:cNvGrpSpPr/>
          <p:nvPr/>
        </p:nvGrpSpPr>
        <p:grpSpPr>
          <a:xfrm>
            <a:off x="-1553550" y="-1630250"/>
            <a:ext cx="9918700" cy="5446300"/>
            <a:chOff x="-1553550" y="-1630250"/>
            <a:chExt cx="9918700" cy="5446300"/>
          </a:xfrm>
        </p:grpSpPr>
        <p:sp>
          <p:nvSpPr>
            <p:cNvPr id="135" name="Google Shape;135;p11"/>
            <p:cNvSpPr/>
            <p:nvPr/>
          </p:nvSpPr>
          <p:spPr>
            <a:xfrm>
              <a:off x="6195250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-1553550" y="16461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3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141" name="Google Shape;141;p13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142" name="Google Shape;142;p13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143" name="Google Shape;143;p13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144" name="Google Shape;144;p13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47" name="Google Shape;147;p13"/>
          <p:cNvGrpSpPr/>
          <p:nvPr/>
        </p:nvGrpSpPr>
        <p:grpSpPr>
          <a:xfrm>
            <a:off x="-58750" y="-1184600"/>
            <a:ext cx="8717200" cy="7512700"/>
            <a:chOff x="-58750" y="-1184600"/>
            <a:chExt cx="8717200" cy="7512700"/>
          </a:xfrm>
        </p:grpSpPr>
        <p:sp>
          <p:nvSpPr>
            <p:cNvPr id="148" name="Google Shape;148;p13"/>
            <p:cNvSpPr/>
            <p:nvPr/>
          </p:nvSpPr>
          <p:spPr>
            <a:xfrm>
              <a:off x="6934350" y="-1184600"/>
              <a:ext cx="1724100" cy="172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-58750" y="4604000"/>
              <a:ext cx="1724100" cy="172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50" name="Google Shape;150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1" name="Google Shape;151;p13"/>
          <p:cNvSpPr txBox="1"/>
          <p:nvPr>
            <p:ph idx="1" type="subTitle"/>
          </p:nvPr>
        </p:nvSpPr>
        <p:spPr>
          <a:xfrm>
            <a:off x="2024838" y="2246725"/>
            <a:ext cx="2305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3"/>
          <p:cNvSpPr txBox="1"/>
          <p:nvPr>
            <p:ph idx="2" type="subTitle"/>
          </p:nvPr>
        </p:nvSpPr>
        <p:spPr>
          <a:xfrm>
            <a:off x="5548358" y="2246725"/>
            <a:ext cx="2305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3"/>
          <p:cNvSpPr txBox="1"/>
          <p:nvPr>
            <p:ph idx="3" type="subTitle"/>
          </p:nvPr>
        </p:nvSpPr>
        <p:spPr>
          <a:xfrm>
            <a:off x="2024838" y="3907550"/>
            <a:ext cx="2305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3"/>
          <p:cNvSpPr txBox="1"/>
          <p:nvPr>
            <p:ph idx="4" type="subTitle"/>
          </p:nvPr>
        </p:nvSpPr>
        <p:spPr>
          <a:xfrm>
            <a:off x="5548358" y="3907550"/>
            <a:ext cx="2305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3"/>
          <p:cNvSpPr txBox="1"/>
          <p:nvPr>
            <p:ph hasCustomPrompt="1" idx="5" type="title"/>
          </p:nvPr>
        </p:nvSpPr>
        <p:spPr>
          <a:xfrm>
            <a:off x="1290138" y="1466850"/>
            <a:ext cx="734700" cy="78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/>
          <p:nvPr>
            <p:ph hasCustomPrompt="1" idx="6" type="title"/>
          </p:nvPr>
        </p:nvSpPr>
        <p:spPr>
          <a:xfrm>
            <a:off x="1290138" y="3127625"/>
            <a:ext cx="734700" cy="78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/>
          <p:nvPr>
            <p:ph hasCustomPrompt="1" idx="7" type="title"/>
          </p:nvPr>
        </p:nvSpPr>
        <p:spPr>
          <a:xfrm>
            <a:off x="4813663" y="1466850"/>
            <a:ext cx="734700" cy="78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8" name="Google Shape;158;p13"/>
          <p:cNvSpPr txBox="1"/>
          <p:nvPr>
            <p:ph hasCustomPrompt="1" idx="8" type="title"/>
          </p:nvPr>
        </p:nvSpPr>
        <p:spPr>
          <a:xfrm>
            <a:off x="4813663" y="3127625"/>
            <a:ext cx="734700" cy="78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9" name="Google Shape;159;p13"/>
          <p:cNvSpPr txBox="1"/>
          <p:nvPr>
            <p:ph idx="9" type="subTitle"/>
          </p:nvPr>
        </p:nvSpPr>
        <p:spPr>
          <a:xfrm>
            <a:off x="2024838" y="1466850"/>
            <a:ext cx="2305500" cy="7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160" name="Google Shape;160;p13"/>
          <p:cNvSpPr txBox="1"/>
          <p:nvPr>
            <p:ph idx="13" type="subTitle"/>
          </p:nvPr>
        </p:nvSpPr>
        <p:spPr>
          <a:xfrm>
            <a:off x="5548363" y="1466850"/>
            <a:ext cx="2305500" cy="7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161" name="Google Shape;161;p13"/>
          <p:cNvSpPr txBox="1"/>
          <p:nvPr>
            <p:ph idx="14" type="subTitle"/>
          </p:nvPr>
        </p:nvSpPr>
        <p:spPr>
          <a:xfrm>
            <a:off x="2024838" y="3127625"/>
            <a:ext cx="2305500" cy="7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162" name="Google Shape;162;p13"/>
          <p:cNvSpPr txBox="1"/>
          <p:nvPr>
            <p:ph idx="15" type="subTitle"/>
          </p:nvPr>
        </p:nvSpPr>
        <p:spPr>
          <a:xfrm>
            <a:off x="5548363" y="3127625"/>
            <a:ext cx="2305500" cy="7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14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166" name="Google Shape;166;p14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167" name="Google Shape;167;p14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168" name="Google Shape;168;p14"/>
          <p:cNvSpPr txBox="1"/>
          <p:nvPr>
            <p:ph type="title"/>
          </p:nvPr>
        </p:nvSpPr>
        <p:spPr>
          <a:xfrm>
            <a:off x="4531950" y="3641800"/>
            <a:ext cx="3154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9" name="Google Shape;169;p14"/>
          <p:cNvSpPr txBox="1"/>
          <p:nvPr>
            <p:ph idx="1" type="subTitle"/>
          </p:nvPr>
        </p:nvSpPr>
        <p:spPr>
          <a:xfrm>
            <a:off x="713225" y="1046375"/>
            <a:ext cx="5538300" cy="19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70" name="Google Shape;170;p14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171" name="Google Shape;171;p14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74" name="Google Shape;174;p14"/>
          <p:cNvGrpSpPr/>
          <p:nvPr/>
        </p:nvGrpSpPr>
        <p:grpSpPr>
          <a:xfrm>
            <a:off x="-566150" y="-1630250"/>
            <a:ext cx="10274825" cy="8404150"/>
            <a:chOff x="-1367500" y="-1630250"/>
            <a:chExt cx="10274825" cy="8404150"/>
          </a:xfrm>
        </p:grpSpPr>
        <p:sp>
          <p:nvSpPr>
            <p:cNvPr id="175" name="Google Shape;175;p14"/>
            <p:cNvSpPr/>
            <p:nvPr/>
          </p:nvSpPr>
          <p:spPr>
            <a:xfrm>
              <a:off x="-1367500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6737425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5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180" name="Google Shape;180;p15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181" name="Google Shape;181;p15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182" name="Google Shape;182;p15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183" name="Google Shape;183;p15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86" name="Google Shape;186;p15"/>
          <p:cNvSpPr txBox="1"/>
          <p:nvPr>
            <p:ph type="title"/>
          </p:nvPr>
        </p:nvSpPr>
        <p:spPr>
          <a:xfrm>
            <a:off x="4709000" y="1272725"/>
            <a:ext cx="3721800" cy="18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7" name="Google Shape;187;p15"/>
          <p:cNvSpPr txBox="1"/>
          <p:nvPr>
            <p:ph idx="1" type="subTitle"/>
          </p:nvPr>
        </p:nvSpPr>
        <p:spPr>
          <a:xfrm>
            <a:off x="4709000" y="3082975"/>
            <a:ext cx="37218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5"/>
          <p:cNvSpPr/>
          <p:nvPr>
            <p:ph idx="2" type="pic"/>
          </p:nvPr>
        </p:nvSpPr>
        <p:spPr>
          <a:xfrm>
            <a:off x="713225" y="690300"/>
            <a:ext cx="3767400" cy="3762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89" name="Google Shape;189;p15"/>
          <p:cNvGrpSpPr/>
          <p:nvPr/>
        </p:nvGrpSpPr>
        <p:grpSpPr>
          <a:xfrm>
            <a:off x="-566150" y="-1630250"/>
            <a:ext cx="10274825" cy="8404150"/>
            <a:chOff x="-1367500" y="-1630250"/>
            <a:chExt cx="10274825" cy="8404150"/>
          </a:xfrm>
        </p:grpSpPr>
        <p:sp>
          <p:nvSpPr>
            <p:cNvPr id="190" name="Google Shape;190;p15"/>
            <p:cNvSpPr/>
            <p:nvPr/>
          </p:nvSpPr>
          <p:spPr>
            <a:xfrm>
              <a:off x="-1367500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6737425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16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195" name="Google Shape;195;p16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196" name="Google Shape;196;p16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197" name="Google Shape;197;p16"/>
          <p:cNvSpPr txBox="1"/>
          <p:nvPr>
            <p:ph type="title"/>
          </p:nvPr>
        </p:nvSpPr>
        <p:spPr>
          <a:xfrm>
            <a:off x="948600" y="1505700"/>
            <a:ext cx="2559300" cy="113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" type="subTitle"/>
          </p:nvPr>
        </p:nvSpPr>
        <p:spPr>
          <a:xfrm>
            <a:off x="948600" y="2639700"/>
            <a:ext cx="2559300" cy="9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9" name="Google Shape;199;p16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200" name="Google Shape;200;p16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203" name="Google Shape;203;p16"/>
          <p:cNvGrpSpPr/>
          <p:nvPr/>
        </p:nvGrpSpPr>
        <p:grpSpPr>
          <a:xfrm>
            <a:off x="420175" y="-1721675"/>
            <a:ext cx="7236600" cy="8495575"/>
            <a:chOff x="420175" y="-1721675"/>
            <a:chExt cx="7236600" cy="8495575"/>
          </a:xfrm>
        </p:grpSpPr>
        <p:sp>
          <p:nvSpPr>
            <p:cNvPr id="204" name="Google Shape;204;p16"/>
            <p:cNvSpPr/>
            <p:nvPr/>
          </p:nvSpPr>
          <p:spPr>
            <a:xfrm>
              <a:off x="5486875" y="-1721675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420175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17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209" name="Google Shape;209;p17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210" name="Google Shape;210;p17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211" name="Google Shape;211;p1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2" name="Google Shape;212;p17"/>
          <p:cNvSpPr txBox="1"/>
          <p:nvPr>
            <p:ph idx="1" type="subTitle"/>
          </p:nvPr>
        </p:nvSpPr>
        <p:spPr>
          <a:xfrm>
            <a:off x="713225" y="4028000"/>
            <a:ext cx="771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3" name="Google Shape;213;p17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214" name="Google Shape;214;p17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217" name="Google Shape;217;p17"/>
          <p:cNvGrpSpPr/>
          <p:nvPr/>
        </p:nvGrpSpPr>
        <p:grpSpPr>
          <a:xfrm>
            <a:off x="713225" y="-1751850"/>
            <a:ext cx="7858375" cy="8623025"/>
            <a:chOff x="713225" y="-1751850"/>
            <a:chExt cx="7858375" cy="8623025"/>
          </a:xfrm>
        </p:grpSpPr>
        <p:sp>
          <p:nvSpPr>
            <p:cNvPr id="218" name="Google Shape;218;p17"/>
            <p:cNvSpPr/>
            <p:nvPr/>
          </p:nvSpPr>
          <p:spPr>
            <a:xfrm>
              <a:off x="713225" y="-17518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6401700" y="4701275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18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223" name="Google Shape;223;p18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224" name="Google Shape;224;p18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225" name="Google Shape;225;p18"/>
          <p:cNvSpPr txBox="1"/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6" name="Google Shape;226;p18"/>
          <p:cNvSpPr txBox="1"/>
          <p:nvPr>
            <p:ph idx="1" type="subTitle"/>
          </p:nvPr>
        </p:nvSpPr>
        <p:spPr>
          <a:xfrm>
            <a:off x="720000" y="1387800"/>
            <a:ext cx="77109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7" name="Google Shape;227;p18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228" name="Google Shape;228;p18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231" name="Google Shape;231;p18"/>
          <p:cNvGrpSpPr/>
          <p:nvPr/>
        </p:nvGrpSpPr>
        <p:grpSpPr>
          <a:xfrm>
            <a:off x="420175" y="-1630250"/>
            <a:ext cx="7236600" cy="8404150"/>
            <a:chOff x="420175" y="-1630250"/>
            <a:chExt cx="7236600" cy="8404150"/>
          </a:xfrm>
        </p:grpSpPr>
        <p:sp>
          <p:nvSpPr>
            <p:cNvPr id="232" name="Google Shape;232;p18"/>
            <p:cNvSpPr/>
            <p:nvPr/>
          </p:nvSpPr>
          <p:spPr>
            <a:xfrm>
              <a:off x="5486875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420175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9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237" name="Google Shape;237;p19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238" name="Google Shape;238;p19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239" name="Google Shape;239;p1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0" name="Google Shape;240;p19"/>
          <p:cNvSpPr txBox="1"/>
          <p:nvPr>
            <p:ph idx="1" type="subTitle"/>
          </p:nvPr>
        </p:nvSpPr>
        <p:spPr>
          <a:xfrm>
            <a:off x="726650" y="2991700"/>
            <a:ext cx="7704000" cy="11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9"/>
          <p:cNvSpPr txBox="1"/>
          <p:nvPr>
            <p:ph idx="2" type="subTitle"/>
          </p:nvPr>
        </p:nvSpPr>
        <p:spPr>
          <a:xfrm>
            <a:off x="726650" y="1628575"/>
            <a:ext cx="7704000" cy="11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2" name="Google Shape;242;p19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243" name="Google Shape;243;p19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246" name="Google Shape;246;p19"/>
          <p:cNvGrpSpPr/>
          <p:nvPr/>
        </p:nvGrpSpPr>
        <p:grpSpPr>
          <a:xfrm>
            <a:off x="784550" y="-1630250"/>
            <a:ext cx="3266950" cy="8404150"/>
            <a:chOff x="784550" y="-1630250"/>
            <a:chExt cx="3266950" cy="8404150"/>
          </a:xfrm>
        </p:grpSpPr>
        <p:sp>
          <p:nvSpPr>
            <p:cNvPr id="247" name="Google Shape;247;p19"/>
            <p:cNvSpPr/>
            <p:nvPr/>
          </p:nvSpPr>
          <p:spPr>
            <a:xfrm>
              <a:off x="784550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1881600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20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252" name="Google Shape;252;p20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253" name="Google Shape;253;p20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254" name="Google Shape;254;p20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255" name="Google Shape;255;p20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58" name="Google Shape;258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9" name="Google Shape;259;p20"/>
          <p:cNvSpPr txBox="1"/>
          <p:nvPr>
            <p:ph idx="1" type="subTitle"/>
          </p:nvPr>
        </p:nvSpPr>
        <p:spPr>
          <a:xfrm>
            <a:off x="713225" y="3153050"/>
            <a:ext cx="23097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0"/>
          <p:cNvSpPr txBox="1"/>
          <p:nvPr>
            <p:ph idx="2" type="subTitle"/>
          </p:nvPr>
        </p:nvSpPr>
        <p:spPr>
          <a:xfrm>
            <a:off x="3417194" y="3153050"/>
            <a:ext cx="23097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0"/>
          <p:cNvSpPr txBox="1"/>
          <p:nvPr>
            <p:ph idx="3" type="subTitle"/>
          </p:nvPr>
        </p:nvSpPr>
        <p:spPr>
          <a:xfrm>
            <a:off x="6121183" y="3153050"/>
            <a:ext cx="23097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0"/>
          <p:cNvSpPr txBox="1"/>
          <p:nvPr>
            <p:ph idx="4" type="subTitle"/>
          </p:nvPr>
        </p:nvSpPr>
        <p:spPr>
          <a:xfrm>
            <a:off x="713225" y="2742688"/>
            <a:ext cx="2309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263" name="Google Shape;263;p20"/>
          <p:cNvSpPr txBox="1"/>
          <p:nvPr>
            <p:ph idx="5" type="subTitle"/>
          </p:nvPr>
        </p:nvSpPr>
        <p:spPr>
          <a:xfrm>
            <a:off x="3417194" y="2742688"/>
            <a:ext cx="2309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264" name="Google Shape;264;p20"/>
          <p:cNvSpPr txBox="1"/>
          <p:nvPr>
            <p:ph idx="6" type="subTitle"/>
          </p:nvPr>
        </p:nvSpPr>
        <p:spPr>
          <a:xfrm>
            <a:off x="6121183" y="2742688"/>
            <a:ext cx="2309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grpSp>
        <p:nvGrpSpPr>
          <p:cNvPr id="265" name="Google Shape;265;p20"/>
          <p:cNvGrpSpPr/>
          <p:nvPr/>
        </p:nvGrpSpPr>
        <p:grpSpPr>
          <a:xfrm>
            <a:off x="1092150" y="-1630250"/>
            <a:ext cx="8253200" cy="8404150"/>
            <a:chOff x="1092150" y="-1630250"/>
            <a:chExt cx="8253200" cy="8404150"/>
          </a:xfrm>
        </p:grpSpPr>
        <p:sp>
          <p:nvSpPr>
            <p:cNvPr id="266" name="Google Shape;266;p20"/>
            <p:cNvSpPr/>
            <p:nvPr/>
          </p:nvSpPr>
          <p:spPr>
            <a:xfrm>
              <a:off x="7175450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1092150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21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271" name="Google Shape;271;p21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272" name="Google Shape;272;p21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273" name="Google Shape;273;p21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274" name="Google Shape;274;p21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77" name="Google Shape;277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8" name="Google Shape;278;p21"/>
          <p:cNvSpPr txBox="1"/>
          <p:nvPr>
            <p:ph idx="1" type="subTitle"/>
          </p:nvPr>
        </p:nvSpPr>
        <p:spPr>
          <a:xfrm>
            <a:off x="1989363" y="2255625"/>
            <a:ext cx="1978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21"/>
          <p:cNvSpPr txBox="1"/>
          <p:nvPr>
            <p:ph idx="2" type="subTitle"/>
          </p:nvPr>
        </p:nvSpPr>
        <p:spPr>
          <a:xfrm>
            <a:off x="5176441" y="2255625"/>
            <a:ext cx="1978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1"/>
          <p:cNvSpPr txBox="1"/>
          <p:nvPr>
            <p:ph idx="3" type="subTitle"/>
          </p:nvPr>
        </p:nvSpPr>
        <p:spPr>
          <a:xfrm>
            <a:off x="1989363" y="3902725"/>
            <a:ext cx="1978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1"/>
          <p:cNvSpPr txBox="1"/>
          <p:nvPr>
            <p:ph idx="4" type="subTitle"/>
          </p:nvPr>
        </p:nvSpPr>
        <p:spPr>
          <a:xfrm>
            <a:off x="5176441" y="3902725"/>
            <a:ext cx="1978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21"/>
          <p:cNvSpPr txBox="1"/>
          <p:nvPr>
            <p:ph idx="5" type="subTitle"/>
          </p:nvPr>
        </p:nvSpPr>
        <p:spPr>
          <a:xfrm>
            <a:off x="1989375" y="1860800"/>
            <a:ext cx="1978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283" name="Google Shape;283;p21"/>
          <p:cNvSpPr txBox="1"/>
          <p:nvPr>
            <p:ph idx="6" type="subTitle"/>
          </p:nvPr>
        </p:nvSpPr>
        <p:spPr>
          <a:xfrm>
            <a:off x="1989375" y="3507900"/>
            <a:ext cx="1978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284" name="Google Shape;284;p21"/>
          <p:cNvSpPr txBox="1"/>
          <p:nvPr>
            <p:ph idx="7" type="subTitle"/>
          </p:nvPr>
        </p:nvSpPr>
        <p:spPr>
          <a:xfrm>
            <a:off x="5176450" y="1860800"/>
            <a:ext cx="1978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285" name="Google Shape;285;p21"/>
          <p:cNvSpPr txBox="1"/>
          <p:nvPr>
            <p:ph idx="8" type="subTitle"/>
          </p:nvPr>
        </p:nvSpPr>
        <p:spPr>
          <a:xfrm>
            <a:off x="5176450" y="3507900"/>
            <a:ext cx="1978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grpSp>
        <p:nvGrpSpPr>
          <p:cNvPr id="286" name="Google Shape;286;p21"/>
          <p:cNvGrpSpPr/>
          <p:nvPr/>
        </p:nvGrpSpPr>
        <p:grpSpPr>
          <a:xfrm>
            <a:off x="-573325" y="-1630250"/>
            <a:ext cx="10274825" cy="8404150"/>
            <a:chOff x="-573325" y="-1630250"/>
            <a:chExt cx="10274825" cy="8404150"/>
          </a:xfrm>
        </p:grpSpPr>
        <p:sp>
          <p:nvSpPr>
            <p:cNvPr id="287" name="Google Shape;287;p21"/>
            <p:cNvSpPr/>
            <p:nvPr/>
          </p:nvSpPr>
          <p:spPr>
            <a:xfrm>
              <a:off x="-573325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7531600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0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2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292" name="Google Shape;292;p22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293" name="Google Shape;293;p22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294" name="Google Shape;294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95" name="Google Shape;295;p22"/>
          <p:cNvSpPr txBox="1"/>
          <p:nvPr>
            <p:ph idx="1" type="subTitle"/>
          </p:nvPr>
        </p:nvSpPr>
        <p:spPr>
          <a:xfrm>
            <a:off x="720002" y="2027025"/>
            <a:ext cx="2293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2"/>
          <p:cNvSpPr txBox="1"/>
          <p:nvPr>
            <p:ph idx="2" type="subTitle"/>
          </p:nvPr>
        </p:nvSpPr>
        <p:spPr>
          <a:xfrm>
            <a:off x="6137266" y="2027025"/>
            <a:ext cx="2293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2"/>
          <p:cNvSpPr txBox="1"/>
          <p:nvPr>
            <p:ph idx="3" type="subTitle"/>
          </p:nvPr>
        </p:nvSpPr>
        <p:spPr>
          <a:xfrm>
            <a:off x="720002" y="3674125"/>
            <a:ext cx="2293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2"/>
          <p:cNvSpPr txBox="1"/>
          <p:nvPr>
            <p:ph idx="4" type="subTitle"/>
          </p:nvPr>
        </p:nvSpPr>
        <p:spPr>
          <a:xfrm>
            <a:off x="6137266" y="3674125"/>
            <a:ext cx="2293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2"/>
          <p:cNvSpPr txBox="1"/>
          <p:nvPr>
            <p:ph idx="5" type="subTitle"/>
          </p:nvPr>
        </p:nvSpPr>
        <p:spPr>
          <a:xfrm>
            <a:off x="720016" y="1632200"/>
            <a:ext cx="2293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300" name="Google Shape;300;p22"/>
          <p:cNvSpPr txBox="1"/>
          <p:nvPr>
            <p:ph idx="6" type="subTitle"/>
          </p:nvPr>
        </p:nvSpPr>
        <p:spPr>
          <a:xfrm>
            <a:off x="720016" y="3279300"/>
            <a:ext cx="2293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7" type="subTitle"/>
          </p:nvPr>
        </p:nvSpPr>
        <p:spPr>
          <a:xfrm>
            <a:off x="6137276" y="1632200"/>
            <a:ext cx="2293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idx="8" type="subTitle"/>
          </p:nvPr>
        </p:nvSpPr>
        <p:spPr>
          <a:xfrm>
            <a:off x="6137276" y="3279300"/>
            <a:ext cx="2293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grpSp>
        <p:nvGrpSpPr>
          <p:cNvPr id="303" name="Google Shape;303;p22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304" name="Google Shape;304;p22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307" name="Google Shape;307;p22"/>
          <p:cNvGrpSpPr/>
          <p:nvPr/>
        </p:nvGrpSpPr>
        <p:grpSpPr>
          <a:xfrm flipH="1">
            <a:off x="-948650" y="-1630400"/>
            <a:ext cx="10984713" cy="8404300"/>
            <a:chOff x="-834150" y="-1630400"/>
            <a:chExt cx="10984713" cy="8404300"/>
          </a:xfrm>
        </p:grpSpPr>
        <p:sp>
          <p:nvSpPr>
            <p:cNvPr id="308" name="Google Shape;308;p22"/>
            <p:cNvSpPr/>
            <p:nvPr/>
          </p:nvSpPr>
          <p:spPr>
            <a:xfrm>
              <a:off x="-834150" y="-16304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7980663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23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313" name="Google Shape;313;p23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314" name="Google Shape;314;p23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315" name="Google Shape;315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6" name="Google Shape;316;p23"/>
          <p:cNvSpPr txBox="1"/>
          <p:nvPr>
            <p:ph idx="1" type="subTitle"/>
          </p:nvPr>
        </p:nvSpPr>
        <p:spPr>
          <a:xfrm>
            <a:off x="714898" y="1795259"/>
            <a:ext cx="2203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23"/>
          <p:cNvSpPr txBox="1"/>
          <p:nvPr>
            <p:ph idx="2" type="subTitle"/>
          </p:nvPr>
        </p:nvSpPr>
        <p:spPr>
          <a:xfrm>
            <a:off x="714887" y="2904259"/>
            <a:ext cx="2203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3"/>
          <p:cNvSpPr txBox="1"/>
          <p:nvPr>
            <p:ph idx="3" type="subTitle"/>
          </p:nvPr>
        </p:nvSpPr>
        <p:spPr>
          <a:xfrm>
            <a:off x="6225573" y="1795259"/>
            <a:ext cx="2203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3"/>
          <p:cNvSpPr txBox="1"/>
          <p:nvPr>
            <p:ph idx="4" type="subTitle"/>
          </p:nvPr>
        </p:nvSpPr>
        <p:spPr>
          <a:xfrm>
            <a:off x="6225562" y="2904259"/>
            <a:ext cx="2203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3"/>
          <p:cNvSpPr txBox="1"/>
          <p:nvPr>
            <p:ph idx="5" type="subTitle"/>
          </p:nvPr>
        </p:nvSpPr>
        <p:spPr>
          <a:xfrm>
            <a:off x="714901" y="4013259"/>
            <a:ext cx="2203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3"/>
          <p:cNvSpPr txBox="1"/>
          <p:nvPr>
            <p:ph idx="6" type="subTitle"/>
          </p:nvPr>
        </p:nvSpPr>
        <p:spPr>
          <a:xfrm>
            <a:off x="6225576" y="4013259"/>
            <a:ext cx="2203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23"/>
          <p:cNvSpPr txBox="1"/>
          <p:nvPr>
            <p:ph idx="7" type="subTitle"/>
          </p:nvPr>
        </p:nvSpPr>
        <p:spPr>
          <a:xfrm>
            <a:off x="713224" y="1404225"/>
            <a:ext cx="2206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323" name="Google Shape;323;p23"/>
          <p:cNvSpPr txBox="1"/>
          <p:nvPr>
            <p:ph idx="8" type="subTitle"/>
          </p:nvPr>
        </p:nvSpPr>
        <p:spPr>
          <a:xfrm>
            <a:off x="713214" y="2513225"/>
            <a:ext cx="2206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324" name="Google Shape;324;p23"/>
          <p:cNvSpPr txBox="1"/>
          <p:nvPr>
            <p:ph idx="9" type="subTitle"/>
          </p:nvPr>
        </p:nvSpPr>
        <p:spPr>
          <a:xfrm>
            <a:off x="713228" y="3622225"/>
            <a:ext cx="2206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325" name="Google Shape;325;p23"/>
          <p:cNvSpPr txBox="1"/>
          <p:nvPr>
            <p:ph idx="13" type="subTitle"/>
          </p:nvPr>
        </p:nvSpPr>
        <p:spPr>
          <a:xfrm>
            <a:off x="6223899" y="1404225"/>
            <a:ext cx="2206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326" name="Google Shape;326;p23"/>
          <p:cNvSpPr txBox="1"/>
          <p:nvPr>
            <p:ph idx="14" type="subTitle"/>
          </p:nvPr>
        </p:nvSpPr>
        <p:spPr>
          <a:xfrm>
            <a:off x="6223889" y="2513225"/>
            <a:ext cx="2206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327" name="Google Shape;327;p23"/>
          <p:cNvSpPr txBox="1"/>
          <p:nvPr>
            <p:ph idx="15" type="subTitle"/>
          </p:nvPr>
        </p:nvSpPr>
        <p:spPr>
          <a:xfrm>
            <a:off x="6223903" y="3622225"/>
            <a:ext cx="2206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Schibsted Grotesk"/>
              <a:buNone/>
              <a:defRPr sz="2100"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grpSp>
        <p:nvGrpSpPr>
          <p:cNvPr id="328" name="Google Shape;328;p23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329" name="Google Shape;329;p23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332" name="Google Shape;332;p23"/>
          <p:cNvGrpSpPr/>
          <p:nvPr/>
        </p:nvGrpSpPr>
        <p:grpSpPr>
          <a:xfrm>
            <a:off x="-660775" y="-1630250"/>
            <a:ext cx="8389125" cy="8404150"/>
            <a:chOff x="-660775" y="-1630250"/>
            <a:chExt cx="8389125" cy="8404150"/>
          </a:xfrm>
        </p:grpSpPr>
        <p:sp>
          <p:nvSpPr>
            <p:cNvPr id="333" name="Google Shape;333;p23"/>
            <p:cNvSpPr/>
            <p:nvPr/>
          </p:nvSpPr>
          <p:spPr>
            <a:xfrm>
              <a:off x="5558450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-660775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24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338" name="Google Shape;338;p24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339" name="Google Shape;339;p24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340" name="Google Shape;340;p24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341" name="Google Shape;341;p24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342" name="Google Shape;342;p24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345" name="Google Shape;345;p24"/>
          <p:cNvGrpSpPr/>
          <p:nvPr/>
        </p:nvGrpSpPr>
        <p:grpSpPr>
          <a:xfrm>
            <a:off x="-1456675" y="-657175"/>
            <a:ext cx="12057350" cy="6220250"/>
            <a:chOff x="-1456675" y="-657175"/>
            <a:chExt cx="12057350" cy="6220250"/>
          </a:xfrm>
        </p:grpSpPr>
        <p:sp>
          <p:nvSpPr>
            <p:cNvPr id="346" name="Google Shape;346;p24"/>
            <p:cNvSpPr/>
            <p:nvPr/>
          </p:nvSpPr>
          <p:spPr>
            <a:xfrm>
              <a:off x="-1456675" y="-657175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47" name="Google Shape;347;p24"/>
            <p:cNvSpPr/>
            <p:nvPr/>
          </p:nvSpPr>
          <p:spPr>
            <a:xfrm>
              <a:off x="8430775" y="3393175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25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351" name="Google Shape;351;p25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352" name="Google Shape;352;p25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353" name="Google Shape;353;p2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354" name="Google Shape;354;p25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355" name="Google Shape;355;p25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56" name="Google Shape;356;p25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57" name="Google Shape;357;p25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358" name="Google Shape;358;p25"/>
          <p:cNvGrpSpPr/>
          <p:nvPr/>
        </p:nvGrpSpPr>
        <p:grpSpPr>
          <a:xfrm>
            <a:off x="682675" y="-1630400"/>
            <a:ext cx="7836563" cy="8488125"/>
            <a:chOff x="682675" y="-1630400"/>
            <a:chExt cx="7836563" cy="8488125"/>
          </a:xfrm>
        </p:grpSpPr>
        <p:sp>
          <p:nvSpPr>
            <p:cNvPr id="359" name="Google Shape;359;p25"/>
            <p:cNvSpPr/>
            <p:nvPr/>
          </p:nvSpPr>
          <p:spPr>
            <a:xfrm>
              <a:off x="682675" y="-16304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60" name="Google Shape;360;p25"/>
            <p:cNvSpPr/>
            <p:nvPr/>
          </p:nvSpPr>
          <p:spPr>
            <a:xfrm>
              <a:off x="6349338" y="4687825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3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3" name="Google Shape;363;p26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364" name="Google Shape;364;p26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365" name="Google Shape;365;p26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366" name="Google Shape;366;p2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367" name="Google Shape;367;p26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368" name="Google Shape;368;p26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371" name="Google Shape;371;p26"/>
          <p:cNvGrpSpPr/>
          <p:nvPr/>
        </p:nvGrpSpPr>
        <p:grpSpPr>
          <a:xfrm>
            <a:off x="3537463" y="-1630400"/>
            <a:ext cx="2169913" cy="8404300"/>
            <a:chOff x="3537463" y="-1630400"/>
            <a:chExt cx="2169913" cy="8404300"/>
          </a:xfrm>
        </p:grpSpPr>
        <p:sp>
          <p:nvSpPr>
            <p:cNvPr id="372" name="Google Shape;372;p26"/>
            <p:cNvSpPr/>
            <p:nvPr/>
          </p:nvSpPr>
          <p:spPr>
            <a:xfrm>
              <a:off x="3537475" y="-16304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3537463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4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27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377" name="Google Shape;377;p27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378" name="Google Shape;378;p27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379" name="Google Shape;379;p27"/>
          <p:cNvGrpSpPr/>
          <p:nvPr/>
        </p:nvGrpSpPr>
        <p:grpSpPr>
          <a:xfrm>
            <a:off x="1001825" y="-1752325"/>
            <a:ext cx="7540163" cy="8747200"/>
            <a:chOff x="1001825" y="-1752325"/>
            <a:chExt cx="7540163" cy="8747200"/>
          </a:xfrm>
        </p:grpSpPr>
        <p:sp>
          <p:nvSpPr>
            <p:cNvPr id="380" name="Google Shape;380;p27"/>
            <p:cNvSpPr/>
            <p:nvPr/>
          </p:nvSpPr>
          <p:spPr>
            <a:xfrm>
              <a:off x="1001825" y="-1752325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6372088" y="4824975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382" name="Google Shape;382;p2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5" name="Google Shape;385;p28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386" name="Google Shape;386;p28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387" name="Google Shape;387;p28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388" name="Google Shape;388;p28"/>
          <p:cNvSpPr txBox="1"/>
          <p:nvPr>
            <p:ph hasCustomPrompt="1" type="title"/>
          </p:nvPr>
        </p:nvSpPr>
        <p:spPr>
          <a:xfrm>
            <a:off x="705425" y="742425"/>
            <a:ext cx="38403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9" name="Google Shape;389;p28"/>
          <p:cNvSpPr txBox="1"/>
          <p:nvPr>
            <p:ph idx="1" type="subTitle"/>
          </p:nvPr>
        </p:nvSpPr>
        <p:spPr>
          <a:xfrm>
            <a:off x="4598225" y="742413"/>
            <a:ext cx="38406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0" name="Google Shape;390;p28"/>
          <p:cNvSpPr txBox="1"/>
          <p:nvPr>
            <p:ph hasCustomPrompt="1" idx="2" type="title"/>
          </p:nvPr>
        </p:nvSpPr>
        <p:spPr>
          <a:xfrm flipH="1">
            <a:off x="4598525" y="2187300"/>
            <a:ext cx="38403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1" name="Google Shape;391;p28"/>
          <p:cNvSpPr txBox="1"/>
          <p:nvPr>
            <p:ph idx="3" type="subTitle"/>
          </p:nvPr>
        </p:nvSpPr>
        <p:spPr>
          <a:xfrm flipH="1">
            <a:off x="705425" y="2187749"/>
            <a:ext cx="38406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2" name="Google Shape;392;p28"/>
          <p:cNvSpPr txBox="1"/>
          <p:nvPr>
            <p:ph hasCustomPrompt="1" idx="4" type="title"/>
          </p:nvPr>
        </p:nvSpPr>
        <p:spPr>
          <a:xfrm>
            <a:off x="705425" y="3632175"/>
            <a:ext cx="38403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28"/>
          <p:cNvSpPr txBox="1"/>
          <p:nvPr>
            <p:ph idx="5" type="subTitle"/>
          </p:nvPr>
        </p:nvSpPr>
        <p:spPr>
          <a:xfrm>
            <a:off x="4598225" y="3633085"/>
            <a:ext cx="38406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94" name="Google Shape;394;p28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395" name="Google Shape;395;p28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398" name="Google Shape;398;p28"/>
          <p:cNvGrpSpPr/>
          <p:nvPr/>
        </p:nvGrpSpPr>
        <p:grpSpPr>
          <a:xfrm>
            <a:off x="1578350" y="-1630250"/>
            <a:ext cx="4676075" cy="8404150"/>
            <a:chOff x="1578350" y="-1630250"/>
            <a:chExt cx="4676075" cy="8404150"/>
          </a:xfrm>
        </p:grpSpPr>
        <p:sp>
          <p:nvSpPr>
            <p:cNvPr id="399" name="Google Shape;399;p28"/>
            <p:cNvSpPr/>
            <p:nvPr/>
          </p:nvSpPr>
          <p:spPr>
            <a:xfrm>
              <a:off x="4084525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1578350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29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404" name="Google Shape;404;p29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405" name="Google Shape;405;p29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406" name="Google Shape;406;p29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407" name="Google Shape;407;p29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410" name="Google Shape;410;p29"/>
          <p:cNvSpPr txBox="1"/>
          <p:nvPr>
            <p:ph type="title"/>
          </p:nvPr>
        </p:nvSpPr>
        <p:spPr>
          <a:xfrm>
            <a:off x="1950773" y="665400"/>
            <a:ext cx="5242500" cy="10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11" name="Google Shape;411;p29"/>
          <p:cNvSpPr txBox="1"/>
          <p:nvPr>
            <p:ph idx="1" type="subTitle"/>
          </p:nvPr>
        </p:nvSpPr>
        <p:spPr>
          <a:xfrm>
            <a:off x="1950725" y="1861600"/>
            <a:ext cx="5242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29"/>
          <p:cNvSpPr txBox="1"/>
          <p:nvPr/>
        </p:nvSpPr>
        <p:spPr>
          <a:xfrm>
            <a:off x="1950750" y="3764350"/>
            <a:ext cx="52425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CREDITS:</a:t>
            </a:r>
            <a:r>
              <a:rPr lang="pl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This presentation template was created by </a:t>
            </a:r>
            <a:r>
              <a:rPr b="1" lang="pl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pl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includes icons by </a:t>
            </a:r>
            <a:r>
              <a:rPr b="1" lang="pl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pl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b="1" lang="pl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pl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b="1" sz="1200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413" name="Google Shape;413;p29"/>
          <p:cNvGrpSpPr/>
          <p:nvPr/>
        </p:nvGrpSpPr>
        <p:grpSpPr>
          <a:xfrm>
            <a:off x="244925" y="-1630250"/>
            <a:ext cx="7183850" cy="8404150"/>
            <a:chOff x="244925" y="-1630250"/>
            <a:chExt cx="7183850" cy="8404150"/>
          </a:xfrm>
        </p:grpSpPr>
        <p:sp>
          <p:nvSpPr>
            <p:cNvPr id="414" name="Google Shape;414;p29"/>
            <p:cNvSpPr/>
            <p:nvPr/>
          </p:nvSpPr>
          <p:spPr>
            <a:xfrm>
              <a:off x="5258875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244925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" name="Google Shape;418;p30"/>
          <p:cNvGrpSpPr/>
          <p:nvPr/>
        </p:nvGrpSpPr>
        <p:grpSpPr>
          <a:xfrm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419" name="Google Shape;419;p30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420" name="Google Shape;420;p30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421" name="Google Shape;421;p30"/>
          <p:cNvGrpSpPr/>
          <p:nvPr/>
        </p:nvGrpSpPr>
        <p:grpSpPr>
          <a:xfrm flipH="1" rot="-5400000">
            <a:off x="75400" y="2523450"/>
            <a:ext cx="525900" cy="96600"/>
            <a:chOff x="4291225" y="3287413"/>
            <a:chExt cx="525900" cy="96600"/>
          </a:xfrm>
        </p:grpSpPr>
        <p:sp>
          <p:nvSpPr>
            <p:cNvPr id="422" name="Google Shape;422;p30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425" name="Google Shape;425;p30"/>
          <p:cNvGrpSpPr/>
          <p:nvPr/>
        </p:nvGrpSpPr>
        <p:grpSpPr>
          <a:xfrm>
            <a:off x="420175" y="-1630250"/>
            <a:ext cx="7236600" cy="8404150"/>
            <a:chOff x="420175" y="-1630250"/>
            <a:chExt cx="7236600" cy="8404150"/>
          </a:xfrm>
        </p:grpSpPr>
        <p:sp>
          <p:nvSpPr>
            <p:cNvPr id="426" name="Google Shape;426;p30"/>
            <p:cNvSpPr/>
            <p:nvPr/>
          </p:nvSpPr>
          <p:spPr>
            <a:xfrm>
              <a:off x="5486875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420175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0" name="Google Shape;430;p31"/>
          <p:cNvGrpSpPr/>
          <p:nvPr/>
        </p:nvGrpSpPr>
        <p:grpSpPr>
          <a:xfrm flipH="1">
            <a:off x="-7625" y="266710"/>
            <a:ext cx="9159000" cy="4610080"/>
            <a:chOff x="-7625" y="243845"/>
            <a:chExt cx="9159000" cy="4610080"/>
          </a:xfrm>
        </p:grpSpPr>
        <p:cxnSp>
          <p:nvCxnSpPr>
            <p:cNvPr id="431" name="Google Shape;431;p31"/>
            <p:cNvCxnSpPr/>
            <p:nvPr/>
          </p:nvCxnSpPr>
          <p:spPr>
            <a:xfrm>
              <a:off x="-7625" y="485392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432" name="Google Shape;432;p31"/>
            <p:cNvCxnSpPr/>
            <p:nvPr/>
          </p:nvCxnSpPr>
          <p:spPr>
            <a:xfrm rot="10800000">
              <a:off x="-7625" y="243845"/>
              <a:ext cx="915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433" name="Google Shape;433;p31"/>
          <p:cNvGrpSpPr/>
          <p:nvPr/>
        </p:nvGrpSpPr>
        <p:grpSpPr>
          <a:xfrm rot="5400000">
            <a:off x="8533250" y="2523450"/>
            <a:ext cx="525900" cy="96600"/>
            <a:chOff x="4291225" y="3287413"/>
            <a:chExt cx="525900" cy="96600"/>
          </a:xfrm>
        </p:grpSpPr>
        <p:sp>
          <p:nvSpPr>
            <p:cNvPr id="434" name="Google Shape;434;p31"/>
            <p:cNvSpPr/>
            <p:nvPr/>
          </p:nvSpPr>
          <p:spPr>
            <a:xfrm>
              <a:off x="42912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35" name="Google Shape;435;p31"/>
            <p:cNvSpPr/>
            <p:nvPr/>
          </p:nvSpPr>
          <p:spPr>
            <a:xfrm>
              <a:off x="450587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4720525" y="3287413"/>
              <a:ext cx="96600" cy="9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437" name="Google Shape;437;p31"/>
          <p:cNvGrpSpPr/>
          <p:nvPr/>
        </p:nvGrpSpPr>
        <p:grpSpPr>
          <a:xfrm>
            <a:off x="-1168475" y="-1630250"/>
            <a:ext cx="10684200" cy="8404150"/>
            <a:chOff x="-1168475" y="-1630250"/>
            <a:chExt cx="10684200" cy="8404150"/>
          </a:xfrm>
        </p:grpSpPr>
        <p:sp>
          <p:nvSpPr>
            <p:cNvPr id="438" name="Google Shape;438;p31"/>
            <p:cNvSpPr/>
            <p:nvPr/>
          </p:nvSpPr>
          <p:spPr>
            <a:xfrm>
              <a:off x="-1168475" y="-163025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39" name="Google Shape;439;p31"/>
            <p:cNvSpPr/>
            <p:nvPr/>
          </p:nvSpPr>
          <p:spPr>
            <a:xfrm>
              <a:off x="7345825" y="4604000"/>
              <a:ext cx="2169900" cy="216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2"/>
          <p:cNvSpPr txBox="1"/>
          <p:nvPr>
            <p:ph type="title"/>
          </p:nvPr>
        </p:nvSpPr>
        <p:spPr>
          <a:xfrm>
            <a:off x="457200" y="10287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2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32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32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32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32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32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32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3200"/>
              <a:buNone/>
              <a:defRPr sz="1800"/>
            </a:lvl9pPr>
          </a:lstStyle>
          <a:p/>
        </p:txBody>
      </p:sp>
      <p:sp>
        <p:nvSpPr>
          <p:cNvPr id="442" name="Google Shape;442;p32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3" name="Google Shape;443;p3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4" name="Google Shape;444;p3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5" name="Google Shape;445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chibsted Grotesk"/>
              <a:buNone/>
              <a:defRPr b="1" sz="32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chibsted Grotesk"/>
              <a:buNone/>
              <a:defRPr sz="32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chibsted Grotesk"/>
              <a:buNone/>
              <a:defRPr sz="32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chibsted Grotesk"/>
              <a:buNone/>
              <a:defRPr sz="32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chibsted Grotesk"/>
              <a:buNone/>
              <a:defRPr sz="32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chibsted Grotesk"/>
              <a:buNone/>
              <a:defRPr sz="32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chibsted Grotesk"/>
              <a:buNone/>
              <a:defRPr sz="32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chibsted Grotesk"/>
              <a:buNone/>
              <a:defRPr sz="32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chibsted Grotesk"/>
              <a:buNone/>
              <a:defRPr sz="32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♢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3"/>
          <p:cNvSpPr txBox="1"/>
          <p:nvPr>
            <p:ph type="ctrTitle"/>
          </p:nvPr>
        </p:nvSpPr>
        <p:spPr>
          <a:xfrm>
            <a:off x="713225" y="1293884"/>
            <a:ext cx="5513700" cy="17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Prototyp</a:t>
            </a:r>
            <a:endParaRPr/>
          </a:p>
        </p:txBody>
      </p:sp>
      <p:sp>
        <p:nvSpPr>
          <p:cNvPr id="451" name="Google Shape;451;p33"/>
          <p:cNvSpPr txBox="1"/>
          <p:nvPr>
            <p:ph idx="1" type="subTitle"/>
          </p:nvPr>
        </p:nvSpPr>
        <p:spPr>
          <a:xfrm>
            <a:off x="5464675" y="3460988"/>
            <a:ext cx="22221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Bartłomiej Handziak</a:t>
            </a:r>
            <a:endParaRPr/>
          </a:p>
        </p:txBody>
      </p:sp>
      <p:pic>
        <p:nvPicPr>
          <p:cNvPr id="452" name="Google Shape;452;p33" title="cloning-machine-icon-in-illustration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600" y="446500"/>
            <a:ext cx="2612276" cy="2612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 txBox="1"/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Cel wzorca projektowego</a:t>
            </a:r>
            <a:endParaRPr/>
          </a:p>
        </p:txBody>
      </p:sp>
      <p:sp>
        <p:nvSpPr>
          <p:cNvPr id="458" name="Google Shape;458;p34"/>
          <p:cNvSpPr txBox="1"/>
          <p:nvPr>
            <p:ph idx="1" type="subTitle"/>
          </p:nvPr>
        </p:nvSpPr>
        <p:spPr>
          <a:xfrm>
            <a:off x="1674750" y="1551925"/>
            <a:ext cx="5801400" cy="22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Kreacyjny wzorzec projektowy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b="1" lang="pl" sz="1600"/>
              <a:t>Pozwala tworzyć kopie istniejących obiektów</a:t>
            </a:r>
            <a:r>
              <a:rPr lang="pl" sz="1600"/>
              <a:t> bez powiązania kodu z konkretnymi klasami tych obiektów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5"/>
          <p:cNvSpPr txBox="1"/>
          <p:nvPr>
            <p:ph idx="4294967295"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Opis problemu</a:t>
            </a:r>
            <a:endParaRPr/>
          </a:p>
        </p:txBody>
      </p:sp>
      <p:sp>
        <p:nvSpPr>
          <p:cNvPr id="464" name="Google Shape;464;p35"/>
          <p:cNvSpPr txBox="1"/>
          <p:nvPr>
            <p:ph idx="4294967295" type="subTitle"/>
          </p:nvPr>
        </p:nvSpPr>
        <p:spPr>
          <a:xfrm>
            <a:off x="1671300" y="1587750"/>
            <a:ext cx="5801400" cy="19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b="1" lang="pl" sz="1600"/>
              <a:t>Potrzeba uzyskania dokładnej (płytkiej lub </a:t>
            </a:r>
            <a:r>
              <a:rPr b="1" lang="pl" sz="1600"/>
              <a:t>głębokiej</a:t>
            </a:r>
            <a:r>
              <a:rPr b="1" lang="pl" sz="1600"/>
              <a:t>) kopii </a:t>
            </a:r>
            <a:r>
              <a:rPr b="1" lang="pl" sz="1600"/>
              <a:t>danego</a:t>
            </a:r>
            <a:r>
              <a:rPr b="1" lang="pl" sz="1600"/>
              <a:t> obiektu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Skopiowanie wszystkich pól </a:t>
            </a:r>
            <a:r>
              <a:rPr lang="pl" sz="1600"/>
              <a:t>oryginału</a:t>
            </a:r>
            <a:r>
              <a:rPr lang="pl" sz="1600"/>
              <a:t> do pól kopii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Problem - nie wszystkie pola są dostępne np. pola prywatne, brak wiedzy o wszystkich polach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Problem - kod zależny od kopiowanego obiektu, nie jest uniwersalny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6"/>
          <p:cNvSpPr txBox="1"/>
          <p:nvPr>
            <p:ph idx="4294967295"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Prototyp</a:t>
            </a:r>
            <a:endParaRPr/>
          </a:p>
        </p:txBody>
      </p:sp>
      <p:sp>
        <p:nvSpPr>
          <p:cNvPr id="470" name="Google Shape;470;p36"/>
          <p:cNvSpPr txBox="1"/>
          <p:nvPr>
            <p:ph idx="4294967295" type="subTitle"/>
          </p:nvPr>
        </p:nvSpPr>
        <p:spPr>
          <a:xfrm>
            <a:off x="1671300" y="1587750"/>
            <a:ext cx="5801400" cy="19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Prototyp obsługuje kopiowanie instancji klas dziedzicznych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Rejestr prototypów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7"/>
          <p:cNvSpPr txBox="1"/>
          <p:nvPr>
            <p:ph idx="4294967295"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Rozwiązanie - </a:t>
            </a:r>
            <a:r>
              <a:rPr lang="pl"/>
              <a:t>implementacja</a:t>
            </a:r>
            <a:r>
              <a:rPr lang="pl"/>
              <a:t> prototypu</a:t>
            </a:r>
            <a:endParaRPr/>
          </a:p>
        </p:txBody>
      </p:sp>
      <p:sp>
        <p:nvSpPr>
          <p:cNvPr id="476" name="Google Shape;476;p37"/>
          <p:cNvSpPr txBox="1"/>
          <p:nvPr>
            <p:ph idx="4294967295" type="subTitle"/>
          </p:nvPr>
        </p:nvSpPr>
        <p:spPr>
          <a:xfrm>
            <a:off x="1674750" y="1863825"/>
            <a:ext cx="5801400" cy="19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Implementacja interfejsu IPrototype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Zawiera metody ShallowClone() i DeepClone()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Metody tworzą obiekt swojej klasy i kopiują do niej wartości jej pól.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Można wtedy skopiować pola prywatne, ponieważ jest do nich </a:t>
            </a:r>
            <a:r>
              <a:rPr lang="pl" sz="1600"/>
              <a:t>dostęp</a:t>
            </a:r>
            <a:r>
              <a:rPr lang="pl" sz="1600"/>
              <a:t> wewnątrz klasy np. za pomocą wskaźnika </a:t>
            </a:r>
            <a:r>
              <a:rPr i="1" lang="pl" sz="1600"/>
              <a:t>this</a:t>
            </a:r>
            <a:endParaRPr i="1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8"/>
          <p:cNvSpPr txBox="1"/>
          <p:nvPr>
            <p:ph idx="4294967295"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Schemat UML</a:t>
            </a:r>
            <a:endParaRPr/>
          </a:p>
        </p:txBody>
      </p:sp>
      <p:sp>
        <p:nvSpPr>
          <p:cNvPr id="482" name="Google Shape;482;p38"/>
          <p:cNvSpPr txBox="1"/>
          <p:nvPr>
            <p:ph idx="4294967295" type="subTitle"/>
          </p:nvPr>
        </p:nvSpPr>
        <p:spPr>
          <a:xfrm>
            <a:off x="720000" y="1587750"/>
            <a:ext cx="2897400" cy="19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Obiekt posiadający funkcjonalność klonowania nazywa się prototypem</a:t>
            </a:r>
            <a:endParaRPr sz="1600"/>
          </a:p>
        </p:txBody>
      </p:sp>
      <p:pic>
        <p:nvPicPr>
          <p:cNvPr id="483" name="Google Shape;483;p38" title="prototyp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925" y="1112200"/>
            <a:ext cx="4471800" cy="37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9"/>
          <p:cNvSpPr txBox="1"/>
          <p:nvPr>
            <p:ph idx="1" type="subTitle"/>
          </p:nvPr>
        </p:nvSpPr>
        <p:spPr>
          <a:xfrm>
            <a:off x="-1902900" y="3865425"/>
            <a:ext cx="771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Definicja </a:t>
            </a:r>
            <a:r>
              <a:rPr lang="pl"/>
              <a:t>interfejsu</a:t>
            </a:r>
            <a:r>
              <a:rPr lang="pl"/>
              <a:t> generycznego</a:t>
            </a:r>
            <a:endParaRPr/>
          </a:p>
        </p:txBody>
      </p:sp>
      <p:pic>
        <p:nvPicPr>
          <p:cNvPr id="489" name="Google Shape;4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50" y="1807450"/>
            <a:ext cx="32956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9"/>
          <p:cNvSpPr txBox="1"/>
          <p:nvPr>
            <p:ph idx="1" type="subTitle"/>
          </p:nvPr>
        </p:nvSpPr>
        <p:spPr>
          <a:xfrm>
            <a:off x="2649450" y="3865425"/>
            <a:ext cx="771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Implementacja metod klonujących dla klasy Animal</a:t>
            </a:r>
            <a:endParaRPr/>
          </a:p>
        </p:txBody>
      </p:sp>
      <p:pic>
        <p:nvPicPr>
          <p:cNvPr id="491" name="Google Shape;49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400" y="1807450"/>
            <a:ext cx="32956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8400" y="1323325"/>
            <a:ext cx="481965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50" y="152400"/>
            <a:ext cx="3605056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2150" y="1443025"/>
            <a:ext cx="5734050" cy="2257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1"/>
          <p:cNvSpPr txBox="1"/>
          <p:nvPr>
            <p:ph idx="4294967295"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Podsumowanie</a:t>
            </a:r>
            <a:endParaRPr/>
          </a:p>
        </p:txBody>
      </p:sp>
      <p:sp>
        <p:nvSpPr>
          <p:cNvPr id="504" name="Google Shape;504;p41"/>
          <p:cNvSpPr txBox="1"/>
          <p:nvPr>
            <p:ph idx="4294967295" type="subTitle"/>
          </p:nvPr>
        </p:nvSpPr>
        <p:spPr>
          <a:xfrm>
            <a:off x="1671300" y="1587750"/>
            <a:ext cx="5801400" cy="19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Kreacyjny </a:t>
            </a:r>
            <a:r>
              <a:rPr lang="pl" sz="1600"/>
              <a:t>wzorzec projektowy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Pozwala na klonowanie istniejących obiektów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Używa metod: ShallowClone(), DeepClone()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♢"/>
            </a:pPr>
            <a:r>
              <a:rPr lang="pl" sz="1600"/>
              <a:t>Pozwala uniknąć zależności od konkretnych klas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mporary Social Issues by Slidesgo">
  <a:themeElements>
    <a:clrScheme name="Simple Light">
      <a:dk1>
        <a:srgbClr val="141313"/>
      </a:dk1>
      <a:lt1>
        <a:srgbClr val="C64F1C"/>
      </a:lt1>
      <a:dk2>
        <a:srgbClr val="E2E2E2"/>
      </a:dk2>
      <a:lt2>
        <a:srgbClr val="474747"/>
      </a:lt2>
      <a:accent1>
        <a:srgbClr val="81270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